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動態 Skill 產生器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修正版：Langflow Summary Agent 負責填欄位，Thin API 負責驗證與儲存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913632"/>
            <a:ext cx="905256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22960" y="3401568"/>
            <a:ext cx="1737360" cy="100584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完整問答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2194560" cy="132588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理解與填欄位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32120" y="3246120"/>
            <a:ext cx="2377440" cy="132588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 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驗證・渲染・儲存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3401568"/>
            <a:ext cx="1920240" cy="1005840"/>
          </a:xfrm>
          <a:prstGeom prst="rect">
            <a:avLst/>
          </a:prstGeom>
          <a:solidFill>
            <a:srgbClr val="E7FAFD"/>
          </a:solidFill>
          <a:ln w="15240">
            <a:solidFill>
              <a:srgbClr val="10A7C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文件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重點：API 不是 Agent，所以不要把語意判斷放在 API 裡。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Creator｜1/15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這次修正的核心問題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原本的 API 好像會「自己知道怎麼填欄位」；但 API 不是 Agent。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2103120" cy="566928"/>
          </a:xfrm>
          <a:prstGeom prst="rect">
            <a:avLst/>
          </a:prstGeom>
          <a:solidFill>
            <a:srgbClr val="FDECEC"/>
          </a:solidFill>
          <a:ln w="15240">
            <a:solidFill>
              <a:srgbClr val="D94A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原本容易混淆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3891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接收完整問答後，似乎可以自己理解並決定 skill_name、使用場景、workflow 等欄位。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691640"/>
            <a:ext cx="2240280" cy="566928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修正後的設計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2423160"/>
            <a:ext cx="438912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 先讀完整問答，填好 Skill JSON；API 只做工程服務，不做語意決策。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49240" y="2898648"/>
            <a:ext cx="1371600" cy="0"/>
          </a:xfrm>
          <a:prstGeom prst="line">
            <a:avLst/>
          </a:prstGeom>
          <a:noFill/>
          <a:ln w="3048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41605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0E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「誰理解內容」與「誰處理資料」要分開。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Creator｜2/15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新的責任分工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讓每一層只做自己最擅長的事。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03120" y="2926080"/>
            <a:ext cx="813816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1920240" cy="123444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流程編排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88920" y="1572768"/>
            <a:ext cx="2286000" cy="123444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語意理解・填欄位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0680" y="1572768"/>
            <a:ext cx="1965960" cy="1234440"/>
          </a:xfrm>
          <a:prstGeom prst="rect">
            <a:avLst/>
          </a:prstGeom>
          <a:solidFill>
            <a:srgbClr val="F0EEFF"/>
          </a:solidFill>
          <a:ln w="15240">
            <a:solidFill>
              <a:srgbClr val="6C5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JSON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資料契約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1572768"/>
            <a:ext cx="2286000" cy="123444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 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驗證・轉檔・儲存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78440" y="1572768"/>
            <a:ext cx="1508760" cy="1234440"/>
          </a:xfrm>
          <a:prstGeom prst="rect">
            <a:avLst/>
          </a:prstGeom>
          <a:solidFill>
            <a:srgbClr val="E7FAFD"/>
          </a:solidFill>
          <a:ln w="15240">
            <a:solidFill>
              <a:srgbClr val="10A7C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Registry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可查詢・可更新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102412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Summary Agent：決定「每個欄位要寫什麼」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Thin API：檢查「格式是否正確、內容是否完整」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Skill JSON：兩者之間的 Interface Contract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Creator｜3/15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最簡單的判斷方式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問一個問題：這件事需要「理解」嗎？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48" y="1417320"/>
            <a:ext cx="0" cy="4800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417320"/>
            <a:ext cx="2926080" cy="292608"/>
          </a:xfrm>
          <a:prstGeom prst="rect">
            <a:avLst/>
          </a:prstGeom>
          <a:solidFill>
            <a:srgbClr val="EAF8F0"/>
          </a:solidFill>
          <a:ln>
            <a:solidFill>
              <a:srgbClr val="EAF8F0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A0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需要理解 → Summary 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2002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讀完整問答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26426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找出使用者最後確認的方向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24612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32826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把內容放入正確 Skill 欄位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88620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00200" y="39227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產生可重用 workflow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52360" y="1417320"/>
            <a:ext cx="2514600" cy="292608"/>
          </a:xfrm>
          <a:prstGeom prst="rect">
            <a:avLst/>
          </a:prstGeom>
          <a:solidFill>
            <a:srgbClr val="FFF4DE"/>
          </a:solidFill>
          <a:ln>
            <a:solidFill>
              <a:srgbClr val="FFF4D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不需要理解 → Thin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502920" cy="5029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89520" y="2002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 JSON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2606040"/>
            <a:ext cx="502920" cy="5029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89520" y="26426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驗證欄位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246120"/>
            <a:ext cx="502920" cy="5029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89520" y="32826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轉成 Markdown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3886200"/>
            <a:ext cx="502920" cy="5029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589520" y="39227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儲存與查詢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4983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不猜測、不補語意，只回報 warning。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Creator｜4/15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修正版 Langflow Structure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把「理解」放在 Langflow，把「工程處理」放在 API。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554480" y="2606040"/>
            <a:ext cx="9006840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02920" y="1938528"/>
            <a:ext cx="132588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057400" y="1938528"/>
            <a:ext cx="1737360" cy="105156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with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69080" y="1938528"/>
            <a:ext cx="141732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0" y="1801368"/>
            <a:ext cx="2057400" cy="132588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填好 Skill JSON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92440" y="1938528"/>
            <a:ext cx="1554480" cy="1051560"/>
          </a:xfrm>
          <a:prstGeom prst="rect">
            <a:avLst/>
          </a:prstGeom>
          <a:solidFill>
            <a:srgbClr val="F0EEFF"/>
          </a:solidFill>
          <a:ln w="15240">
            <a:solidFill>
              <a:srgbClr val="6C5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JSON Parser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清理格式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921240" y="1938528"/>
            <a:ext cx="1783080" cy="105156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Request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呼叫 Thin API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00584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Summary Agent 的輸出要是合法 JSON，不要包 ```json。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API Request 的 body 直接使用 Summary Agent JSON。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Chat Output 顯示 API 回傳的 skill_markdown、validation。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Creator｜5/15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JSON 是核心契約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 必須把這些欄位填好，API 才能穩定處理。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2194560" cy="50292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必填核心欄位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skill_name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scenario_description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prompt_fragment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workflow_orchestration_guide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5968" y="1417320"/>
            <a:ext cx="2377440" cy="50292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路由與限制欄位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15968" y="20574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trigger_conditions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anti_trigger_conditions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input_requirements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tool_requirements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18120" y="1417320"/>
            <a:ext cx="2377440" cy="50292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品質與保存欄位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818120" y="2057400"/>
            <a:ext cx="30632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output_contract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validation_checklist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risk_notes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status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重點欄位：workflow_orchestration_guide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709160"/>
            <a:ext cx="10012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它必須由完整問答萃取，不能是固定通用流程。這是你的動態 Skill 產生器與一般模板產生器最大的差異。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Creator｜6/15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 要做什麼？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它是整個系統的語意理解層。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08760" y="14996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讀取完整問答，而不是只看最後一句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08760" y="21854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抓出使用者最後修正後的真正需求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28712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把任務抽象成可重用能力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08760" y="35570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填好 SkillCandidateInput JSON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508760" y="42428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列出不應寫死的一次性細節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03720" y="1965960"/>
            <a:ext cx="3611880" cy="91440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 輸出 = API 的輸入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3246120"/>
            <a:ext cx="40233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 Summary Agent 填得不好，API 只能檢查與提醒，不能替它理解。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Creator｜7/15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 API 要做什麼？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它是工程服務層，不是語意決策層。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1920240" cy="105156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驗證欄位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011680" cy="105156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 Markdown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80760" y="1572768"/>
            <a:ext cx="1828800" cy="105156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1572768"/>
            <a:ext cx="2377440" cy="105156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List / Get / Update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查詢與版本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2880360" y="2093976"/>
            <a:ext cx="429768" cy="0"/>
          </a:xfrm>
          <a:prstGeom prst="line">
            <a:avLst/>
          </a:prstGeom>
          <a:noFill/>
          <a:ln w="20320">
            <a:solidFill>
              <a:srgbClr val="F2A93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2093976"/>
            <a:ext cx="457200" cy="0"/>
          </a:xfrm>
          <a:prstGeom prst="line">
            <a:avLst/>
          </a:prstGeom>
          <a:noFill/>
          <a:ln w="20320">
            <a:solidFill>
              <a:srgbClr val="F2A93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55280" y="2093976"/>
            <a:ext cx="384048" cy="0"/>
          </a:xfrm>
          <a:prstGeom prst="line">
            <a:avLst/>
          </a:prstGeom>
          <a:noFill/>
          <a:ln w="20320">
            <a:solidFill>
              <a:srgbClr val="F2A93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0120" y="3794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 API 不做：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45720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不讀整段對話後自行判斷語意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不決定欄位內容該填什麼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不呼叫 Azure OpenAI 來補內容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3794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 API 做：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4251960"/>
            <a:ext cx="43891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欄位格式驗證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品質 warning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Markdown 渲染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儲存與查詢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Creator｜8/15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Endpoint 設計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功能簡單，但足夠支援 MVP 與後續擴充。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3108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/health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69080" y="1325880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 API 是否正常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10896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/skills/create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69080" y="1828800"/>
            <a:ext cx="731520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 Skill JSON，驗證、轉 Markdown、儲存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3108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/skills/validate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2331720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只做品質檢查，不儲存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310896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/skills/render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69080" y="2834640"/>
            <a:ext cx="731520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只把 JSON 轉成 skill.md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3108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/skills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69080" y="3337560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列出已建立 Skills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3840480"/>
            <a:ext cx="310896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/skills/{id}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3840480"/>
            <a:ext cx="731520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取得單一 Skill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31089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PUT /skills/{id}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69080" y="4343400"/>
            <a:ext cx="7315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更新版本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846320"/>
            <a:ext cx="310896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DELETE /skills/{id}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69080" y="4846320"/>
            <a:ext cx="7315200" cy="384048"/>
          </a:xfrm>
          <a:prstGeom prst="rect">
            <a:avLst/>
          </a:prstGeom>
          <a:solidFill>
            <a:srgbClr val="F1F5F9"/>
          </a:solidFill>
          <a:ln>
            <a:solidFill>
              <a:srgbClr val="E2E8F0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刪除 Skill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5559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 Endpoint 是 /skills/create；其他功能是讓你未來可以管理與維護 Skill Registry。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Creator｜9/15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Create Skill 的實際流程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不填內容，只處理 Summary Agent 已填好的 JSON。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965960" y="2880360"/>
            <a:ext cx="8001000" cy="0"/>
          </a:xfrm>
          <a:prstGeom prst="line">
            <a:avLst/>
          </a:prstGeom>
          <a:noFill/>
          <a:ln w="22860">
            <a:solidFill>
              <a:srgbClr val="F2A93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1508760" cy="123444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JSON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2834640" y="2212848"/>
            <a:ext cx="1508760" cy="123444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Pydantic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格式驗證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4937760" y="2212848"/>
            <a:ext cx="1508760" cy="123444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品質檢查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040880" y="2212848"/>
            <a:ext cx="1508760" cy="123444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skill.md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144000" y="2212848"/>
            <a:ext cx="1508760" cy="123444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Save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Registry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1051560" y="4343400"/>
            <a:ext cx="99669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格式錯誤：直接回 422 或 400。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內容太通用：不自動改寫，只回 validation warnings。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成功：回傳 skill_json、skill_markdown、score、files。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Creator｜10/15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 檢查什麼？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 是品檢員，不是內容創作者。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2057400" cy="438912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欄位完整性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46120" y="1444752"/>
            <a:ext cx="74980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有沒有缺少 trigger、workflow、prompt fragment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203704"/>
            <a:ext cx="2057400" cy="438912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內容具體度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2231136"/>
            <a:ext cx="74980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場景描述與輸出契約是否太短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2990088"/>
            <a:ext cx="2057400" cy="438912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品質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46120" y="3017520"/>
            <a:ext cx="74980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是否像固定模板，而不是來自完整問答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3776472"/>
            <a:ext cx="2057400" cy="438912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可重用性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3803904"/>
            <a:ext cx="74980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是否避免寫死一次性細節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562856"/>
            <a:ext cx="2057400" cy="438912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狀態判斷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4590288"/>
            <a:ext cx="74980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draft / needs_review / validated 是否合理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55321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 的輸出：score + warnings + suggestions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Creator｜11/15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Registry 儲存什麼？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先用本地資料夾即可，未來可換成 Databricks / DB。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2057400" cy="502920"/>
          </a:xfrm>
          <a:prstGeom prst="rect">
            <a:avLst/>
          </a:prstGeom>
          <a:solidFill>
            <a:srgbClr val="1F3A5F"/>
          </a:solidFill>
          <a:ln w="15240">
            <a:solidFill>
              <a:srgbClr val="1F3A5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skill_registry/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20440" y="1600200"/>
            <a:ext cx="1828800" cy="50292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skill_xxx/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80760" y="1234440"/>
            <a:ext cx="1828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skill.json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80760" y="1965960"/>
            <a:ext cx="1828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skill.md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80760" y="2697480"/>
            <a:ext cx="18288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record.json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71800" y="1847088"/>
            <a:ext cx="4572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94960" y="1847088"/>
            <a:ext cx="594360" cy="-356616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1847088"/>
            <a:ext cx="594360" cy="37490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1847088"/>
            <a:ext cx="594360" cy="1106424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05840" y="3977640"/>
            <a:ext cx="98755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skill.json：機器可讀，給未來 Skill Router 使用。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skill.md：人類可讀，方便編輯與審查。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record.json：包含版本、分數、warning、建立時間。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Creator｜12/15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 API Request 怎麼設定？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Summary Agent 的 JSON 直接 POST 給 Thin API。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1371600" cy="45720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Method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560320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1371600" cy="45720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URL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60320" y="2121408"/>
            <a:ext cx="66751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http://127.0.0.1:8000/api/v1/skills/create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1371600" cy="45720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Headers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60320" y="2724912"/>
            <a:ext cx="7040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Content-Type: application/json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X-API-Key: change-this-internal-api-key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1371600" cy="45720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Body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60320" y="3767328"/>
            <a:ext cx="7772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直接使用 Summary Agent 輸出的 SkillCandidateInput JSON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4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注意：Summary Agent 請輸出純 JSON，不要輸出 Markdown code fence。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Creator｜13/15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Debug 時怎麼判斷問題在哪？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用「內容問題」與「系統問題」分開看。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48" y="1417320"/>
            <a:ext cx="0" cy="4800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08760"/>
            <a:ext cx="2011680" cy="54864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內容問題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2062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Skill 名稱太窄或太寬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workflow 還是固定模板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trigger 條件不明確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把一次性細節寫死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800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A0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Summary Agent Prompt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1508760"/>
            <a:ext cx="2011680" cy="54864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系統問題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42062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JSON 格式錯誤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API key 錯誤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URL / port 錯誤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欄位型別不符合 schema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4800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API Request / Schema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Creator｜14/15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263640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56032"/>
            <a:ext cx="1828800" cy="0"/>
          </a:xfrm>
          <a:prstGeom prst="line">
            <a:avLst/>
          </a:prstGeom>
          <a:noFill/>
          <a:ln w="17780">
            <a:solidFill>
              <a:srgbClr val="DFE7F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 MVP 路線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先讓系統穩定產生與儲存 Skill，再做自動重用。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45920" y="2834640"/>
            <a:ext cx="8595360" cy="0"/>
          </a:xfrm>
          <a:prstGeom prst="line">
            <a:avLst/>
          </a:prstGeom>
          <a:noFill/>
          <a:ln w="2286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68680" y="1600200"/>
            <a:ext cx="1920240" cy="1417320"/>
          </a:xfrm>
          <a:prstGeom prst="rect">
            <a:avLst/>
          </a:prstGeom>
          <a:solidFill>
            <a:srgbClr val="EAF8F0"/>
          </a:solidFill>
          <a:ln w="15240">
            <a:solidFill>
              <a:srgbClr val="22A0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 Skill JSON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54680" y="1600200"/>
            <a:ext cx="1920240" cy="1417320"/>
          </a:xfrm>
          <a:prstGeom prst="rect">
            <a:avLst/>
          </a:prstGeom>
          <a:solidFill>
            <a:srgbClr val="FFF4DE"/>
          </a:solidFill>
          <a:ln w="15240">
            <a:solidFill>
              <a:srgbClr val="F2A9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Thin API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驗證與儲存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40680" y="1600200"/>
            <a:ext cx="1920240" cy="1417320"/>
          </a:xfrm>
          <a:prstGeom prst="rect">
            <a:avLst/>
          </a:prstGeom>
          <a:solidFill>
            <a:srgbClr val="E8F2FF"/>
          </a:solidFill>
          <a:ln w="15240">
            <a:solidFill>
              <a:srgbClr val="2F80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Registry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查詢與版本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26680" y="1600200"/>
            <a:ext cx="1920240" cy="1417320"/>
          </a:xfrm>
          <a:prstGeom prst="rect">
            <a:avLst/>
          </a:prstGeom>
          <a:solidFill>
            <a:srgbClr val="F0EEFF"/>
          </a:solidFill>
          <a:ln w="15240">
            <a:solidFill>
              <a:srgbClr val="6C5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4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Router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自動匹配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12680" y="1600200"/>
            <a:ext cx="1508760" cy="1417320"/>
          </a:xfrm>
          <a:prstGeom prst="rect">
            <a:avLst/>
          </a:prstGeom>
          <a:solidFill>
            <a:srgbClr val="E7FAFD"/>
          </a:solidFill>
          <a:ln w="15240">
            <a:solidFill>
              <a:srgbClr val="10A7C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實戰應用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自動重用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663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目前最重要：先把 Summary Agent → Thin API 這條線跑穩。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5285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866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你的新版架構核心：API 不理解內容；Summary Agent 先把內容整理成結構化契約。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2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Creator｜15/15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動態 Skill 產生器：Langflow Summary Agent + Thin API</dc:title>
  <dc:subject>Thin Skill Creator API and Langflow Summary Agent</dc:subject>
  <dc:creator>OpenAI</dc:creator>
  <cp:lastModifiedBy>OpenAI</cp:lastModifiedBy>
  <cp:revision>1</cp:revision>
  <dcterms:created xsi:type="dcterms:W3CDTF">2026-06-01T12:33:36Z</dcterms:created>
  <dcterms:modified xsi:type="dcterms:W3CDTF">2026-06-01T12:33:36Z</dcterms:modified>
</cp:coreProperties>
</file>