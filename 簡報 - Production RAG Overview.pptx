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" charset="1" panose="020B0500040000020004"/>
      <p:regular r:id="rId16"/>
    </p:embeddedFont>
    <p:embeddedFont>
      <p:font typeface="Georgia Pro Condensed" charset="1" panose="02040506050405020303"/>
      <p:regular r:id="rId17"/>
    </p:embeddedFont>
    <p:embeddedFont>
      <p:font typeface="Helvetica World Bold" charset="1" panose="020B08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[Your Name]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Production RAG Overview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Importance of RAG in Production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78700"/>
            <a:ext cx="6886575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RAG enhances AI reliability by addressing </a:t>
            </a:r>
            <a:r>
              <a:rPr lang="en-US" b="true" sz="2499" spc="-37" strike="noStrike" u="none">
                <a:solidFill>
                  <a:srgbClr val="D1D5D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hallucination risks</a:t>
            </a: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ensuring </a:t>
            </a:r>
            <a:r>
              <a:rPr lang="en-US" b="true" sz="2499" spc="-37" strike="noStrike" u="none">
                <a:solidFill>
                  <a:srgbClr val="D1D5D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private data control</a:t>
            </a: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and providing traceability, which are vital for maintaining trust and accountability in production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7415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High-Level RAG System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54900"/>
            <a:ext cx="6886575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RAG architecture integrates user inputs with sophisticated retrieval mechanisms, including vector databases and language models, ensuring efficient data flow and response accuracy in production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37415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01400" cy="626745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t="0" r="-5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" r="0" b="-10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LangFlow Node 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Python Backend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6978650"/>
            <a:ext cx="6886575" cy="264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Python backend integrates </a:t>
            </a:r>
            <a:r>
              <a:rPr lang="en-US" b="true" sz="2499" spc="-37" strike="noStrike" u="none">
                <a:solidFill>
                  <a:srgbClr val="D1D5D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FastAPI</a:t>
            </a: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efficient API management, supporting embedding calls and retrieval logic, ensuring seamless interaction with the RAG system while maintaining high performance and responsiveness in production.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7415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 Preparation and Chunking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78700"/>
            <a:ext cx="6886575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Effective data ingestion is crucial for </a:t>
            </a:r>
            <a:r>
              <a:rPr lang="en-US" b="true" sz="2499" spc="-37" strike="noStrike" u="none">
                <a:solidFill>
                  <a:srgbClr val="D1D5D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maintaining quality</a:t>
            </a: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This includes using PDF and web loaders, implementing a strategic chunking method, and ensuring proper metadata integration for optimal processing.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Embedding and Vector Database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1680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Effective </a:t>
            </a:r>
            <a:r>
              <a:rPr lang="en-US" b="true" sz="2499" spc="-37" strike="noStrike" u="none">
                <a:solidFill>
                  <a:srgbClr val="D1D5D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semantic search</a:t>
            </a: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relies on high-quality embeddings and a well-structured vector database, ensuring efficient data retrieval while maintaining accuracy and relevance in responses generated by AI models.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Context Building in RAG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78700"/>
            <a:ext cx="6886575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Effective context building is crucial for </a:t>
            </a:r>
            <a:r>
              <a:rPr lang="en-US" b="true" sz="2499" spc="-37" strike="noStrike" u="none">
                <a:solidFill>
                  <a:srgbClr val="D1D5D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retrieving relevant information</a:t>
            </a: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The process involves top-K retrieval and prompt assembly, ensuring that generated outputs align closely with user queries and expectations.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7415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Production Checks and Metrics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1680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Evaluating AI outputs is crucial for ensuring </a:t>
            </a:r>
            <a:r>
              <a:rPr lang="en-US" b="true" sz="2499" spc="-37" strike="noStrike" u="none">
                <a:solidFill>
                  <a:srgbClr val="D1D5D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answer reliability</a:t>
            </a:r>
            <a:r>
              <a:rPr lang="en-US" sz="2499" spc="-37" strike="noStrike" u="none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Monitoring metrics like grounding, cost, and latency helps maintain quality, making production-ready AI systems more effective and robust.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E586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344535"/>
            <a:ext cx="8324850" cy="127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b="true" sz="3800" spc="-57">
                <a:solidFill>
                  <a:srgbClr val="D1D5D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Scaling and enhancing</a:t>
            </a:r>
            <a:r>
              <a:rPr lang="en-US" sz="3800" spc="-57">
                <a:solidFill>
                  <a:srgbClr val="D1D5D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our RAG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D1D5D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Next Steps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簡報 - Production RAG Overview</dc:description>
  <dc:identifier>DAG8fzFUaxU</dc:identifier>
  <dcterms:modified xsi:type="dcterms:W3CDTF">2011-08-01T06:04:30Z</dcterms:modified>
  <cp:revision>1</cp:revision>
  <dc:title>簡報 - Production RAG Overview</dc:title>
</cp:coreProperties>
</file>